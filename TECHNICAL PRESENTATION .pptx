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7" r:id="rId4"/>
    <p:sldId id="278" r:id="rId5"/>
    <p:sldId id="284" r:id="rId6"/>
    <p:sldId id="285" r:id="rId7"/>
    <p:sldId id="282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1" y="42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uguntla Venkata Sai hemanth" userId="6a5482e54c14ffa5" providerId="LiveId" clId="{A84D7358-FB6B-448D-A1B0-03398AB1FE09}"/>
    <pc:docChg chg="custSel modSld">
      <pc:chgData name="Gonuguntla Venkata Sai hemanth" userId="6a5482e54c14ffa5" providerId="LiveId" clId="{A84D7358-FB6B-448D-A1B0-03398AB1FE09}" dt="2026-07-20T07:56:20.279" v="9" actId="208"/>
      <pc:docMkLst>
        <pc:docMk/>
      </pc:docMkLst>
      <pc:sldChg chg="addSp delSp modSp mod">
        <pc:chgData name="Gonuguntla Venkata Sai hemanth" userId="6a5482e54c14ffa5" providerId="LiveId" clId="{A84D7358-FB6B-448D-A1B0-03398AB1FE09}" dt="2026-07-20T07:56:20.279" v="9" actId="208"/>
        <pc:sldMkLst>
          <pc:docMk/>
          <pc:sldMk cId="2019955466" sldId="277"/>
        </pc:sldMkLst>
        <pc:spChg chg="mod">
          <ac:chgData name="Gonuguntla Venkata Sai hemanth" userId="6a5482e54c14ffa5" providerId="LiveId" clId="{A84D7358-FB6B-448D-A1B0-03398AB1FE09}" dt="2026-07-20T07:56:20.279" v="9" actId="208"/>
          <ac:spMkLst>
            <pc:docMk/>
            <pc:sldMk cId="2019955466" sldId="277"/>
            <ac:spMk id="3" creationId="{800DCE3A-CDD2-CA53-63B2-41C46E514ABF}"/>
          </ac:spMkLst>
        </pc:spChg>
        <pc:spChg chg="add del mod">
          <ac:chgData name="Gonuguntla Venkata Sai hemanth" userId="6a5482e54c14ffa5" providerId="LiveId" clId="{A84D7358-FB6B-448D-A1B0-03398AB1FE09}" dt="2026-07-20T07:54:37.702" v="5" actId="478"/>
          <ac:spMkLst>
            <pc:docMk/>
            <pc:sldMk cId="2019955466" sldId="277"/>
            <ac:spMk id="6" creationId="{8D167B25-1075-2E11-85A1-7DD7763B04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2087C-7ECE-4F5F-8D15-665945ADBA2E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81560-92B9-402B-9677-1E8FE28CA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2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81560-92B9-402B-9677-1E8FE28CA3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1088" y="1282357"/>
            <a:ext cx="10094369" cy="1342884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Finite State Automaton for Token Recognition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9291" y="4231642"/>
            <a:ext cx="5013366" cy="1200329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sz="28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G.V.S.HEMANTH(192425186)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63E993-DEE3-4481-B822-EA4B1C996A8E}"/>
              </a:ext>
            </a:extLst>
          </p:cNvPr>
          <p:cNvSpPr txBox="1"/>
          <p:nvPr/>
        </p:nvSpPr>
        <p:spPr>
          <a:xfrm>
            <a:off x="0" y="289916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DSA0304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endParaRPr lang="en-IN" sz="24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D800A9-F852-846E-4A2F-0F58763E1006}"/>
              </a:ext>
            </a:extLst>
          </p:cNvPr>
          <p:cNvSpPr txBox="1"/>
          <p:nvPr/>
        </p:nvSpPr>
        <p:spPr>
          <a:xfrm>
            <a:off x="9663545" y="4530436"/>
            <a:ext cx="2151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Dr.T.Devi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F5620E0-EBA5-456E-851F-19C81EF4A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6760" y="1654456"/>
            <a:ext cx="10972800" cy="475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(FSA) is a mathematical model used to recognize patterns and process input strings.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 states, transitions, a start state, and one or more final (accepting) states.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 Natural Language Processing (NLP), FSA is used to recognize words, tokens, and valid language patterns.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 plays an important role in lexical analysis, language recognition, spell checking, and text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3121E-3298-E7F0-14D8-E05B490C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&amp; Token Types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DCE3A-CDD2-CA53-63B2-41C46E514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45" y="1654661"/>
            <a:ext cx="11117510" cy="4928701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FSA to recognize valid tokens.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tokens into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Identifiers, Keywords, and Numbers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invalid tokens.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token recognition using Python.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role of FSA in lexical analysis.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types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student, _count, value1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if, else, while, return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123, 4567, 890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8B95C-0BAF-085E-432F-4BCB66BC856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109BBD-51DA-C4FB-F32D-F9BB2758E02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9955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D912-71A5-ABE3-5C59-BFB04576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FSA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351159-D170-76BC-7D83-8D0D8C7D3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7119" y="1304781"/>
            <a:ext cx="2012372" cy="49806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15F141-66BC-6131-6F1C-FE8B9A825A8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057FB-DC71-372C-2CCD-AB497772648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9B456B-08CA-94E2-66D6-93CF13ABB466}"/>
              </a:ext>
            </a:extLst>
          </p:cNvPr>
          <p:cNvSpPr txBox="1"/>
          <p:nvPr/>
        </p:nvSpPr>
        <p:spPr>
          <a:xfrm rot="10800000" flipV="1">
            <a:off x="4436917" y="4190269"/>
            <a:ext cx="532014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q0 = Start State</a:t>
            </a:r>
          </a:p>
          <a:p>
            <a:pPr marL="0" marR="0"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 = Identifier (Final State)</a:t>
            </a:r>
          </a:p>
          <a:p>
            <a:pPr marL="0" marR="0"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q2 = Number (Final State)</a:t>
            </a:r>
          </a:p>
          <a:p>
            <a:pPr marL="0" marR="0" indent="0" algn="l">
              <a:lnSpc>
                <a:spcPct val="150000"/>
              </a:lnSpc>
              <a:buNone/>
            </a:pP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D7C43-F738-6FC4-42C5-1908D24B023C}"/>
              </a:ext>
            </a:extLst>
          </p:cNvPr>
          <p:cNvSpPr txBox="1"/>
          <p:nvPr/>
        </p:nvSpPr>
        <p:spPr>
          <a:xfrm>
            <a:off x="4239491" y="2211064"/>
            <a:ext cx="72320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Font typeface="+mj-lt"/>
              <a:buAutoNum type="arabicPeriod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from the initial state (</a:t>
            </a: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q0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indent="0" algn="l">
              <a:buFont typeface="+mj-lt"/>
              <a:buAutoNum type="arabicPeriod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one character at a time.</a:t>
            </a:r>
          </a:p>
          <a:p>
            <a:pPr marL="0" marR="0" indent="0" algn="l">
              <a:buFont typeface="+mj-lt"/>
              <a:buAutoNum type="arabicPeriod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Move to the next state based on transition rules.</a:t>
            </a:r>
          </a:p>
          <a:p>
            <a:pPr marL="0" marR="0" indent="0" algn="l">
              <a:buFont typeface="+mj-lt"/>
              <a:buAutoNum type="arabicPeriod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all characters are processed.</a:t>
            </a:r>
          </a:p>
          <a:p>
            <a:pPr marL="0" marR="0" indent="0" algn="l">
              <a:buFont typeface="+mj-lt"/>
              <a:buAutoNum type="arabicPeriod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 the token if the final state is an accepting state; otherwise, reject it.</a:t>
            </a:r>
          </a:p>
        </p:txBody>
      </p:sp>
    </p:spTree>
    <p:extLst>
      <p:ext uri="{BB962C8B-B14F-4D97-AF65-F5344CB8AC3E}">
        <p14:creationId xmlns:p14="http://schemas.microsoft.com/office/powerpoint/2010/main" val="407745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2CFFE-C046-B23F-A73B-AFACF047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FSA in Natural Language Processing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1B9A-F44C-89B2-7BDF-718972EE4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550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compiler design.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identifiers, keywords, and numbers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source code.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Natural Language Processing (NLP).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pattern matching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string recognition.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highlighting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code editors.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as identifiers and numeric values.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matching in text processing.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B883D-D784-6F54-EA85-E6D5D06E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34" y="165894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A524B9-6E1D-06C6-1575-19AE26F00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820" y="107270"/>
            <a:ext cx="15144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176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CCFD-916B-71DE-93EE-F6BB08C2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E6002-2243-F6E2-BB8A-F60D20E2D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34" y="165894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613692-4772-EC1B-6EF2-5314B1E0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820" y="107270"/>
            <a:ext cx="1514475" cy="1343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01FC4B-E76F-DFE6-6ABA-94998F3AADEA}"/>
              </a:ext>
            </a:extLst>
          </p:cNvPr>
          <p:cNvSpPr txBox="1"/>
          <p:nvPr/>
        </p:nvSpPr>
        <p:spPr>
          <a:xfrm>
            <a:off x="7547118" y="1943100"/>
            <a:ext cx="271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A939F95-6747-B748-4A0D-13C3A018C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55642" y="1676287"/>
            <a:ext cx="5284940" cy="45259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65A4B4-2295-ED06-D4FE-FDE92A137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199" y="2933657"/>
            <a:ext cx="2460641" cy="14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383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FE43-BDAC-1A5D-453A-3CA60E51B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1EEBFB-91E9-CCA8-67CC-23653A317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666" y="174625"/>
            <a:ext cx="1514475" cy="134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438FF1-C1A8-D778-0B58-C196B7231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50" y="174625"/>
            <a:ext cx="1133475" cy="134302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54C3AC7-D01A-7F27-FD48-3818EBE3D2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691060"/>
            <a:ext cx="10835450" cy="4899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Automaton (FSA)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was successfully designed to recognize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identifiers, keywords, and numbers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textual input.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automaton correctly classified valid tokens and rejected invalid tokens using predefined state transitions.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demonstrated how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performed efficiently by processing one character at a time.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 provides a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fast, and reliable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approach for token recognition in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shows that finite state automata form the foundation of lexical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help improve the accuracy and efficiency of text and source code processing.</a:t>
            </a:r>
          </a:p>
        </p:txBody>
      </p:sp>
    </p:spTree>
    <p:extLst>
      <p:ext uri="{BB962C8B-B14F-4D97-AF65-F5344CB8AC3E}">
        <p14:creationId xmlns:p14="http://schemas.microsoft.com/office/powerpoint/2010/main" val="11660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949"/>
            <a:ext cx="109728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442</Words>
  <Application>Microsoft Office PowerPoint</Application>
  <PresentationFormat>Widescreen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Building a Finite State Automaton for Token Recognition</vt:lpstr>
      <vt:lpstr>Introduction</vt:lpstr>
      <vt:lpstr>Objective &amp; Token Types </vt:lpstr>
      <vt:lpstr>Working of FSA</vt:lpstr>
      <vt:lpstr>Applications of FSA in Natural Language Processing </vt:lpstr>
      <vt:lpstr>CODE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Gonuguntla Venkata Sai hemanth</cp:lastModifiedBy>
  <cp:revision>57</cp:revision>
  <dcterms:created xsi:type="dcterms:W3CDTF">2013-01-27T09:14:16Z</dcterms:created>
  <dcterms:modified xsi:type="dcterms:W3CDTF">2026-07-20T07:56:20Z</dcterms:modified>
  <cp:category/>
</cp:coreProperties>
</file>